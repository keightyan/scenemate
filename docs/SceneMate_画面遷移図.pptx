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</p:sldIdLst>
  <p:sldSz cx="107997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未ログイン" id="{9AF4B9DE-EED4-495C-9F36-63FF8546BAA1}">
          <p14:sldIdLst>
            <p14:sldId id="256"/>
          </p14:sldIdLst>
        </p14:section>
        <p14:section name="ログイン後（カメラマンモード）" id="{71840B9B-1310-47D3-8754-CA98B314AB54}">
          <p14:sldIdLst>
            <p14:sldId id="257"/>
          </p14:sldIdLst>
        </p14:section>
        <p14:section name="ログイン後（モデルモード）" id="{E97A5B6A-8CFE-42A2-8833-44AC7B0545C3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4660"/>
  </p:normalViewPr>
  <p:slideViewPr>
    <p:cSldViewPr snapToGrid="0">
      <p:cViewPr>
        <p:scale>
          <a:sx n="125" d="100"/>
          <a:sy n="125" d="100"/>
        </p:scale>
        <p:origin x="-763" y="-2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945943"/>
            <a:ext cx="9179799" cy="626689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9454516"/>
            <a:ext cx="8099822" cy="434599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07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27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4487671"/>
            <a:ext cx="9314796" cy="7487774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2046282"/>
            <a:ext cx="9314796" cy="3937644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374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4791843"/>
            <a:ext cx="4589899" cy="114212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4791843"/>
            <a:ext cx="4589899" cy="114212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57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58373"/>
            <a:ext cx="9314796" cy="347929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4412664"/>
            <a:ext cx="4568805" cy="216257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6575242"/>
            <a:ext cx="4568805" cy="967119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4412664"/>
            <a:ext cx="4591306" cy="216257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6575242"/>
            <a:ext cx="4591306" cy="967119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79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807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524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200044"/>
            <a:ext cx="3483205" cy="420015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591766"/>
            <a:ext cx="5467380" cy="12792138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5400199"/>
            <a:ext cx="3483205" cy="10004536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37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200044"/>
            <a:ext cx="3483205" cy="420015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591766"/>
            <a:ext cx="5467380" cy="12792138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5400199"/>
            <a:ext cx="3483205" cy="10004536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4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75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958369"/>
            <a:ext cx="2328699" cy="1525473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958369"/>
            <a:ext cx="6851100" cy="1525473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752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958373"/>
            <a:ext cx="9314796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4791843"/>
            <a:ext cx="9314796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6683952"/>
            <a:ext cx="2429947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AB19A-F791-4BFF-B770-A5FD088347B3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6683952"/>
            <a:ext cx="3644920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6683952"/>
            <a:ext cx="2429947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636B2-536D-433A-A37D-69C72D4CE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24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kumimoji="1"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kumimoji="1"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kumimoji="1"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B5E539-A3D4-5A9D-0553-8783FF8009F4}"/>
              </a:ext>
            </a:extLst>
          </p:cNvPr>
          <p:cNvSpPr/>
          <p:nvPr/>
        </p:nvSpPr>
        <p:spPr>
          <a:xfrm>
            <a:off x="2278100" y="5343484"/>
            <a:ext cx="1207653" cy="7319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トップページ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3B928722-7B9C-2BA4-495F-9B077BF7F729}"/>
              </a:ext>
            </a:extLst>
          </p:cNvPr>
          <p:cNvCxnSpPr>
            <a:cxnSpLocks/>
          </p:cNvCxnSpPr>
          <p:nvPr/>
        </p:nvCxnSpPr>
        <p:spPr>
          <a:xfrm flipV="1">
            <a:off x="3485735" y="5751187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AAC9217-889E-26E8-CAC0-B34C740455A8}"/>
              </a:ext>
            </a:extLst>
          </p:cNvPr>
          <p:cNvSpPr/>
          <p:nvPr/>
        </p:nvSpPr>
        <p:spPr>
          <a:xfrm>
            <a:off x="3956741" y="5340598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カメラマン</a:t>
            </a:r>
            <a:endParaRPr lang="en-US" altLang="ja-JP" sz="1008" dirty="0">
              <a:solidFill>
                <a:schemeClr val="tx1"/>
              </a:solidFill>
            </a:endParaRPr>
          </a:p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募集一覧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951BB08-AFB9-CBFF-5CF0-740A9A694A8A}"/>
              </a:ext>
            </a:extLst>
          </p:cNvPr>
          <p:cNvCxnSpPr>
            <a:cxnSpLocks/>
          </p:cNvCxnSpPr>
          <p:nvPr/>
        </p:nvCxnSpPr>
        <p:spPr>
          <a:xfrm flipV="1">
            <a:off x="5164373" y="5751187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EAD330-A91E-DE14-D298-9C3C60A4A8E1}"/>
              </a:ext>
            </a:extLst>
          </p:cNvPr>
          <p:cNvSpPr/>
          <p:nvPr/>
        </p:nvSpPr>
        <p:spPr>
          <a:xfrm>
            <a:off x="5635376" y="5340598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カメラマン</a:t>
            </a:r>
            <a:endParaRPr lang="en-US" altLang="ja-JP" sz="1008" dirty="0">
              <a:solidFill>
                <a:schemeClr val="tx1"/>
              </a:solidFill>
            </a:endParaRPr>
          </a:p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募集詳細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3FAECF9-234C-D9F4-E621-0FBC335B677F}"/>
              </a:ext>
            </a:extLst>
          </p:cNvPr>
          <p:cNvCxnSpPr>
            <a:cxnSpLocks/>
          </p:cNvCxnSpPr>
          <p:nvPr/>
        </p:nvCxnSpPr>
        <p:spPr>
          <a:xfrm flipV="1">
            <a:off x="3484285" y="8338479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7A40F1B-C9F1-9232-8627-6B0EB3E3B8EB}"/>
              </a:ext>
            </a:extLst>
          </p:cNvPr>
          <p:cNvSpPr/>
          <p:nvPr/>
        </p:nvSpPr>
        <p:spPr>
          <a:xfrm>
            <a:off x="3955295" y="7927895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モデル</a:t>
            </a:r>
            <a:endParaRPr lang="en-US" altLang="ja-JP" sz="1008" dirty="0">
              <a:solidFill>
                <a:schemeClr val="tx1"/>
              </a:solidFill>
            </a:endParaRPr>
          </a:p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募集一覧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40737AE-D4BA-1D55-F6D1-02FE809A85F4}"/>
              </a:ext>
            </a:extLst>
          </p:cNvPr>
          <p:cNvCxnSpPr>
            <a:cxnSpLocks/>
          </p:cNvCxnSpPr>
          <p:nvPr/>
        </p:nvCxnSpPr>
        <p:spPr>
          <a:xfrm flipV="1">
            <a:off x="5162923" y="8338481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B629823-F5D3-1D42-F96D-11402123BB88}"/>
              </a:ext>
            </a:extLst>
          </p:cNvPr>
          <p:cNvSpPr/>
          <p:nvPr/>
        </p:nvSpPr>
        <p:spPr>
          <a:xfrm>
            <a:off x="5633930" y="7927895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モデル</a:t>
            </a:r>
            <a:endParaRPr lang="en-US" altLang="ja-JP" sz="1008" dirty="0">
              <a:solidFill>
                <a:schemeClr val="tx1"/>
              </a:solidFill>
            </a:endParaRPr>
          </a:p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募集詳細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66D7E7C-189C-ECBE-D233-B1CD74A329BD}"/>
              </a:ext>
            </a:extLst>
          </p:cNvPr>
          <p:cNvCxnSpPr>
            <a:cxnSpLocks/>
          </p:cNvCxnSpPr>
          <p:nvPr/>
        </p:nvCxnSpPr>
        <p:spPr>
          <a:xfrm flipV="1">
            <a:off x="3484997" y="11014756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454C971-0AAD-ACE6-163D-75660E5142C1}"/>
              </a:ext>
            </a:extLst>
          </p:cNvPr>
          <p:cNvSpPr/>
          <p:nvPr/>
        </p:nvSpPr>
        <p:spPr>
          <a:xfrm>
            <a:off x="3956006" y="10604173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ログイン画面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08AE7C79-557E-5950-05C9-18CCF19D2AC8}"/>
              </a:ext>
            </a:extLst>
          </p:cNvPr>
          <p:cNvCxnSpPr>
            <a:cxnSpLocks/>
          </p:cNvCxnSpPr>
          <p:nvPr/>
        </p:nvCxnSpPr>
        <p:spPr>
          <a:xfrm flipV="1">
            <a:off x="6843009" y="5748285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2447F41-67F6-3F8C-48D8-F687CCADE832}"/>
              </a:ext>
            </a:extLst>
          </p:cNvPr>
          <p:cNvSpPr/>
          <p:nvPr/>
        </p:nvSpPr>
        <p:spPr>
          <a:xfrm>
            <a:off x="7314013" y="5337694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カメラマン</a:t>
            </a:r>
            <a:endParaRPr lang="en-US" altLang="ja-JP" sz="1008" dirty="0">
              <a:solidFill>
                <a:schemeClr val="tx1"/>
              </a:solidFill>
            </a:endParaRPr>
          </a:p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プロフィール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11DB234-ACE2-F49F-8971-5F2D94C51854}"/>
              </a:ext>
            </a:extLst>
          </p:cNvPr>
          <p:cNvCxnSpPr>
            <a:cxnSpLocks/>
          </p:cNvCxnSpPr>
          <p:nvPr/>
        </p:nvCxnSpPr>
        <p:spPr>
          <a:xfrm flipV="1">
            <a:off x="6841559" y="8338481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7646C02-C29B-44B6-3709-BA69342D8932}"/>
              </a:ext>
            </a:extLst>
          </p:cNvPr>
          <p:cNvSpPr/>
          <p:nvPr/>
        </p:nvSpPr>
        <p:spPr>
          <a:xfrm>
            <a:off x="7312567" y="7927895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モデル</a:t>
            </a:r>
            <a:endParaRPr lang="en-US" altLang="ja-JP" sz="1008" dirty="0">
              <a:solidFill>
                <a:schemeClr val="tx1"/>
              </a:solidFill>
            </a:endParaRPr>
          </a:p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プロフィール</a:t>
            </a:r>
            <a:endParaRPr lang="en-US" altLang="ja-JP" sz="1008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40EF289-BABE-1813-D95A-640342A950E0}"/>
              </a:ext>
            </a:extLst>
          </p:cNvPr>
          <p:cNvCxnSpPr>
            <a:cxnSpLocks/>
            <a:stCxn id="13" idx="2"/>
            <a:endCxn id="30" idx="0"/>
          </p:cNvCxnSpPr>
          <p:nvPr/>
        </p:nvCxnSpPr>
        <p:spPr>
          <a:xfrm flipH="1">
            <a:off x="6237749" y="6161801"/>
            <a:ext cx="1446" cy="470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315AA26-B7AD-C22A-C259-5D7FAB86FE4C}"/>
              </a:ext>
            </a:extLst>
          </p:cNvPr>
          <p:cNvSpPr/>
          <p:nvPr/>
        </p:nvSpPr>
        <p:spPr>
          <a:xfrm>
            <a:off x="5633930" y="6632798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メッセージ送信</a:t>
            </a:r>
            <a:endParaRPr lang="en-US" altLang="ja-JP" sz="1008" dirty="0">
              <a:solidFill>
                <a:schemeClr val="tx1"/>
              </a:solidFill>
            </a:endParaRPr>
          </a:p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ボタン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356312E9-8DB1-FEFC-B47D-AF12CD25F477}"/>
              </a:ext>
            </a:extLst>
          </p:cNvPr>
          <p:cNvCxnSpPr>
            <a:cxnSpLocks/>
          </p:cNvCxnSpPr>
          <p:nvPr/>
        </p:nvCxnSpPr>
        <p:spPr>
          <a:xfrm flipV="1">
            <a:off x="6843014" y="7043387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14680B-0F22-9159-FE4F-7EEEBB56B90F}"/>
              </a:ext>
            </a:extLst>
          </p:cNvPr>
          <p:cNvSpPr/>
          <p:nvPr/>
        </p:nvSpPr>
        <p:spPr>
          <a:xfrm>
            <a:off x="7314018" y="6632798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ログイン画面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2C21FB0-9127-C546-F38D-E3B60C9AE5D2}"/>
              </a:ext>
            </a:extLst>
          </p:cNvPr>
          <p:cNvSpPr/>
          <p:nvPr/>
        </p:nvSpPr>
        <p:spPr>
          <a:xfrm>
            <a:off x="5632481" y="9225900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メッセージ送信</a:t>
            </a:r>
            <a:endParaRPr lang="en-US" altLang="ja-JP" sz="1008" dirty="0">
              <a:solidFill>
                <a:schemeClr val="tx1"/>
              </a:solidFill>
            </a:endParaRPr>
          </a:p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ボタン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9D0551E-64DD-E913-7D9F-E76ADDB38FFE}"/>
              </a:ext>
            </a:extLst>
          </p:cNvPr>
          <p:cNvCxnSpPr>
            <a:cxnSpLocks/>
          </p:cNvCxnSpPr>
          <p:nvPr/>
        </p:nvCxnSpPr>
        <p:spPr>
          <a:xfrm flipV="1">
            <a:off x="6841559" y="9636488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FFE4B54-53FE-A154-903A-CB744440C493}"/>
              </a:ext>
            </a:extLst>
          </p:cNvPr>
          <p:cNvSpPr/>
          <p:nvPr/>
        </p:nvSpPr>
        <p:spPr>
          <a:xfrm>
            <a:off x="7312570" y="9225900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ログイン画面</a:t>
            </a: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C1EE0522-D4A7-12FA-6E1F-531CEB9EDEF9}"/>
              </a:ext>
            </a:extLst>
          </p:cNvPr>
          <p:cNvCxnSpPr>
            <a:cxnSpLocks/>
          </p:cNvCxnSpPr>
          <p:nvPr/>
        </p:nvCxnSpPr>
        <p:spPr>
          <a:xfrm rot="5400000" flipV="1">
            <a:off x="5999338" y="8986032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2AB8C6D-B461-C77D-84DA-DF62BC00C3BD}"/>
              </a:ext>
            </a:extLst>
          </p:cNvPr>
          <p:cNvCxnSpPr>
            <a:cxnSpLocks/>
          </p:cNvCxnSpPr>
          <p:nvPr/>
        </p:nvCxnSpPr>
        <p:spPr>
          <a:xfrm flipV="1">
            <a:off x="3484995" y="12246566"/>
            <a:ext cx="470984" cy="2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AAB5C04-3FE4-8EB0-C106-FD8AD451393E}"/>
              </a:ext>
            </a:extLst>
          </p:cNvPr>
          <p:cNvSpPr/>
          <p:nvPr/>
        </p:nvSpPr>
        <p:spPr>
          <a:xfrm>
            <a:off x="3956003" y="11835982"/>
            <a:ext cx="1207653" cy="8212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8" dirty="0">
                <a:solidFill>
                  <a:schemeClr val="tx1"/>
                </a:solidFill>
              </a:rPr>
              <a:t>会員登録</a:t>
            </a:r>
          </a:p>
        </p:txBody>
      </p:sp>
    </p:spTree>
    <p:extLst>
      <p:ext uri="{BB962C8B-B14F-4D97-AF65-F5344CB8AC3E}">
        <p14:creationId xmlns:p14="http://schemas.microsoft.com/office/powerpoint/2010/main" val="162602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8F60C-EC00-07B1-4515-64721C46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グループ化 201">
            <a:extLst>
              <a:ext uri="{FF2B5EF4-FFF2-40B4-BE49-F238E27FC236}">
                <a16:creationId xmlns:a16="http://schemas.microsoft.com/office/drawing/2014/main" id="{8C9EA7F9-BB82-99FE-9C93-BF09DD69B37B}"/>
              </a:ext>
            </a:extLst>
          </p:cNvPr>
          <p:cNvGrpSpPr/>
          <p:nvPr/>
        </p:nvGrpSpPr>
        <p:grpSpPr>
          <a:xfrm>
            <a:off x="1425615" y="4627174"/>
            <a:ext cx="7948533" cy="8746314"/>
            <a:chOff x="2270788" y="4627174"/>
            <a:chExt cx="7948533" cy="8746314"/>
          </a:xfrm>
        </p:grpSpPr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C689534F-0635-A035-4578-A47F2540D7DE}"/>
                </a:ext>
              </a:extLst>
            </p:cNvPr>
            <p:cNvSpPr/>
            <p:nvPr/>
          </p:nvSpPr>
          <p:spPr>
            <a:xfrm>
              <a:off x="2270788" y="4627174"/>
              <a:ext cx="1207653" cy="60939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トップページ</a:t>
              </a:r>
            </a:p>
          </p:txBody>
        </p: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F6B415ED-3884-6CAA-EF39-28D3DBE2A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3772" y="5043999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0B7723EB-E20F-59DF-08D1-5BDA63286FE1}"/>
                </a:ext>
              </a:extLst>
            </p:cNvPr>
            <p:cNvSpPr/>
            <p:nvPr/>
          </p:nvSpPr>
          <p:spPr>
            <a:xfrm>
              <a:off x="3965489" y="4627182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モデル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募集一覧</a:t>
              </a:r>
            </a:p>
          </p:txBody>
        </p: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15C8E111-492C-5714-C93A-B56D4F9B94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0241" y="5043999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矢印コネクタ 64">
              <a:extLst>
                <a:ext uri="{FF2B5EF4-FFF2-40B4-BE49-F238E27FC236}">
                  <a16:creationId xmlns:a16="http://schemas.microsoft.com/office/drawing/2014/main" id="{40BE9CB1-CBED-596B-19E8-8023672049A0}"/>
                </a:ext>
              </a:extLst>
            </p:cNvPr>
            <p:cNvCxnSpPr>
              <a:cxnSpLocks/>
            </p:cNvCxnSpPr>
            <p:nvPr/>
          </p:nvCxnSpPr>
          <p:spPr>
            <a:xfrm>
              <a:off x="3473505" y="10313449"/>
              <a:ext cx="4919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8B14757D-D5DD-0391-0F20-CF32DBC9FC03}"/>
                </a:ext>
              </a:extLst>
            </p:cNvPr>
            <p:cNvSpPr/>
            <p:nvPr/>
          </p:nvSpPr>
          <p:spPr>
            <a:xfrm>
              <a:off x="3965489" y="9902864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マイページ画面</a:t>
              </a: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C5AF8839-CC4A-F5F6-BEB5-5DF3EC5FC181}"/>
                </a:ext>
              </a:extLst>
            </p:cNvPr>
            <p:cNvSpPr/>
            <p:nvPr/>
          </p:nvSpPr>
          <p:spPr>
            <a:xfrm>
              <a:off x="5640880" y="4627174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モデル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募集詳細</a:t>
              </a:r>
            </a:p>
          </p:txBody>
        </p:sp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4C4E3FB9-6FFA-D3F2-8D00-2205334D5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317" y="5037777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863899DE-1971-45D2-A967-86B911ED9057}"/>
                </a:ext>
              </a:extLst>
            </p:cNvPr>
            <p:cNvSpPr/>
            <p:nvPr/>
          </p:nvSpPr>
          <p:spPr>
            <a:xfrm>
              <a:off x="7321321" y="4627185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モデル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プロフィール</a:t>
              </a: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078A9104-6675-CFCD-9DAE-C5911D22159F}"/>
                </a:ext>
              </a:extLst>
            </p:cNvPr>
            <p:cNvSpPr/>
            <p:nvPr/>
          </p:nvSpPr>
          <p:spPr>
            <a:xfrm>
              <a:off x="5629492" y="9905761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マイページ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編集画面</a:t>
              </a:r>
            </a:p>
          </p:txBody>
        </p:sp>
        <p:cxnSp>
          <p:nvCxnSpPr>
            <p:cNvPr id="96" name="直線矢印コネクタ 95">
              <a:extLst>
                <a:ext uri="{FF2B5EF4-FFF2-40B4-BE49-F238E27FC236}">
                  <a16:creationId xmlns:a16="http://schemas.microsoft.com/office/drawing/2014/main" id="{28A6787F-D12B-4F33-C809-3601721FF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3139" y="10310147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B892A9C9-2134-D129-CB7F-5C18446E133B}"/>
                </a:ext>
              </a:extLst>
            </p:cNvPr>
            <p:cNvSpPr/>
            <p:nvPr/>
          </p:nvSpPr>
          <p:spPr>
            <a:xfrm>
              <a:off x="5641228" y="5941762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メッセージ送信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ボタン</a:t>
              </a:r>
            </a:p>
          </p:txBody>
        </p:sp>
        <p:cxnSp>
          <p:nvCxnSpPr>
            <p:cNvPr id="153" name="直線矢印コネクタ 152">
              <a:extLst>
                <a:ext uri="{FF2B5EF4-FFF2-40B4-BE49-F238E27FC236}">
                  <a16:creationId xmlns:a16="http://schemas.microsoft.com/office/drawing/2014/main" id="{83A82AA0-96F4-08B5-BAC7-C349D9BBA4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312" y="6352352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CBA06AA4-420D-452E-437A-0BA5D2ED14F4}"/>
                </a:ext>
              </a:extLst>
            </p:cNvPr>
            <p:cNvSpPr/>
            <p:nvPr/>
          </p:nvSpPr>
          <p:spPr>
            <a:xfrm>
              <a:off x="7321316" y="5941762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メッセージフォーム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cxnSp>
          <p:nvCxnSpPr>
            <p:cNvPr id="157" name="直線矢印コネクタ 156">
              <a:extLst>
                <a:ext uri="{FF2B5EF4-FFF2-40B4-BE49-F238E27FC236}">
                  <a16:creationId xmlns:a16="http://schemas.microsoft.com/office/drawing/2014/main" id="{EE286FBE-5B0B-2A03-F709-B3C0885B265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014615" y="5696128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EB722E0B-B323-9C98-113D-7464218835F1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>
              <a:off x="4569316" y="10724069"/>
              <a:ext cx="0" cy="2232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正方形/長方形 162">
              <a:extLst>
                <a:ext uri="{FF2B5EF4-FFF2-40B4-BE49-F238E27FC236}">
                  <a16:creationId xmlns:a16="http://schemas.microsoft.com/office/drawing/2014/main" id="{8E10EE1A-01D7-CE77-AB61-0824D08ABF3F}"/>
                </a:ext>
              </a:extLst>
            </p:cNvPr>
            <p:cNvSpPr/>
            <p:nvPr/>
          </p:nvSpPr>
          <p:spPr>
            <a:xfrm>
              <a:off x="5610855" y="11237708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もらったいいね一覧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92A682C6-37CC-DEA3-90CD-B9C91BAAA18B}"/>
                </a:ext>
              </a:extLst>
            </p:cNvPr>
            <p:cNvSpPr/>
            <p:nvPr/>
          </p:nvSpPr>
          <p:spPr>
            <a:xfrm>
              <a:off x="7274878" y="11237708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モデル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プロフィール</a:t>
              </a:r>
            </a:p>
          </p:txBody>
        </p:sp>
        <p:cxnSp>
          <p:nvCxnSpPr>
            <p:cNvPr id="165" name="直線矢印コネクタ 164">
              <a:extLst>
                <a:ext uri="{FF2B5EF4-FFF2-40B4-BE49-F238E27FC236}">
                  <a16:creationId xmlns:a16="http://schemas.microsoft.com/office/drawing/2014/main" id="{C820BF06-1150-856E-3510-249DA8640F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8525" y="11642094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矢印コネクタ 165">
              <a:extLst>
                <a:ext uri="{FF2B5EF4-FFF2-40B4-BE49-F238E27FC236}">
                  <a16:creationId xmlns:a16="http://schemas.microsoft.com/office/drawing/2014/main" id="{DAE3D09F-CBCE-03C0-558B-7B9359232582}"/>
                </a:ext>
              </a:extLst>
            </p:cNvPr>
            <p:cNvCxnSpPr>
              <a:cxnSpLocks/>
            </p:cNvCxnSpPr>
            <p:nvPr/>
          </p:nvCxnSpPr>
          <p:spPr>
            <a:xfrm>
              <a:off x="4550746" y="11642094"/>
              <a:ext cx="10601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2F1BB638-0793-664D-A458-D0565ACA4EDF}"/>
                </a:ext>
              </a:extLst>
            </p:cNvPr>
            <p:cNvSpPr/>
            <p:nvPr/>
          </p:nvSpPr>
          <p:spPr>
            <a:xfrm>
              <a:off x="5610855" y="12552283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送ったいいね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一覧</a:t>
              </a:r>
            </a:p>
          </p:txBody>
        </p:sp>
        <p:cxnSp>
          <p:nvCxnSpPr>
            <p:cNvPr id="169" name="直線矢印コネクタ 168">
              <a:extLst>
                <a:ext uri="{FF2B5EF4-FFF2-40B4-BE49-F238E27FC236}">
                  <a16:creationId xmlns:a16="http://schemas.microsoft.com/office/drawing/2014/main" id="{88B4A06E-C474-64DA-BEDF-A2678059F208}"/>
                </a:ext>
              </a:extLst>
            </p:cNvPr>
            <p:cNvCxnSpPr>
              <a:cxnSpLocks/>
            </p:cNvCxnSpPr>
            <p:nvPr/>
          </p:nvCxnSpPr>
          <p:spPr>
            <a:xfrm>
              <a:off x="4552489" y="12939114"/>
              <a:ext cx="10601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1CE12AFB-9391-9FC2-D2A8-E50E8BBD5741}"/>
                </a:ext>
              </a:extLst>
            </p:cNvPr>
            <p:cNvSpPr/>
            <p:nvPr/>
          </p:nvSpPr>
          <p:spPr>
            <a:xfrm>
              <a:off x="7292743" y="12552283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モデル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募集詳細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cxnSp>
          <p:nvCxnSpPr>
            <p:cNvPr id="174" name="直線矢印コネクタ 173">
              <a:extLst>
                <a:ext uri="{FF2B5EF4-FFF2-40B4-BE49-F238E27FC236}">
                  <a16:creationId xmlns:a16="http://schemas.microsoft.com/office/drawing/2014/main" id="{F1E2A604-BC81-EDA3-E7E8-710F9D34F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6390" y="12956669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矢印コネクタ 175">
              <a:extLst>
                <a:ext uri="{FF2B5EF4-FFF2-40B4-BE49-F238E27FC236}">
                  <a16:creationId xmlns:a16="http://schemas.microsoft.com/office/drawing/2014/main" id="{FE116D8A-62BE-65A3-26A4-56D77887F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8143" y="7673167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022DAAA1-026D-5912-EB89-9A254A648980}"/>
                </a:ext>
              </a:extLst>
            </p:cNvPr>
            <p:cNvSpPr/>
            <p:nvPr/>
          </p:nvSpPr>
          <p:spPr>
            <a:xfrm>
              <a:off x="3959860" y="7256350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募集投稿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フォーム</a:t>
              </a:r>
            </a:p>
          </p:txBody>
        </p:sp>
        <p:cxnSp>
          <p:nvCxnSpPr>
            <p:cNvPr id="178" name="直線矢印コネクタ 177">
              <a:extLst>
                <a:ext uri="{FF2B5EF4-FFF2-40B4-BE49-F238E27FC236}">
                  <a16:creationId xmlns:a16="http://schemas.microsoft.com/office/drawing/2014/main" id="{C5C3F113-DAC5-E354-CDF8-9F09D7842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4509" y="7684299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8540AE6E-731D-2ADB-34E4-385EDA9E7F0D}"/>
                </a:ext>
              </a:extLst>
            </p:cNvPr>
            <p:cNvSpPr/>
            <p:nvPr/>
          </p:nvSpPr>
          <p:spPr>
            <a:xfrm>
              <a:off x="5625513" y="7273709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投稿完了画面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1FC119F3-6755-71AD-690C-996BF65A15CC}"/>
                </a:ext>
              </a:extLst>
            </p:cNvPr>
            <p:cNvSpPr/>
            <p:nvPr/>
          </p:nvSpPr>
          <p:spPr>
            <a:xfrm>
              <a:off x="3964756" y="8576640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メッセージ画面</a:t>
              </a:r>
            </a:p>
          </p:txBody>
        </p:sp>
        <p:cxnSp>
          <p:nvCxnSpPr>
            <p:cNvPr id="195" name="直線矢印コネクタ 194">
              <a:extLst>
                <a:ext uri="{FF2B5EF4-FFF2-40B4-BE49-F238E27FC236}">
                  <a16:creationId xmlns:a16="http://schemas.microsoft.com/office/drawing/2014/main" id="{18FCFF6D-81BC-F99F-5444-2360BFC4F48C}"/>
                </a:ext>
              </a:extLst>
            </p:cNvPr>
            <p:cNvCxnSpPr>
              <a:cxnSpLocks/>
            </p:cNvCxnSpPr>
            <p:nvPr/>
          </p:nvCxnSpPr>
          <p:spPr>
            <a:xfrm>
              <a:off x="3472795" y="8980782"/>
              <a:ext cx="4919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15F9F605-27E8-135A-DBE8-0DAC97C65DE3}"/>
                </a:ext>
              </a:extLst>
            </p:cNvPr>
            <p:cNvSpPr/>
            <p:nvPr/>
          </p:nvSpPr>
          <p:spPr>
            <a:xfrm>
              <a:off x="5658724" y="8585380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メッセージ詳細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cxnSp>
          <p:nvCxnSpPr>
            <p:cNvPr id="198" name="直線矢印コネクタ 197">
              <a:extLst>
                <a:ext uri="{FF2B5EF4-FFF2-40B4-BE49-F238E27FC236}">
                  <a16:creationId xmlns:a16="http://schemas.microsoft.com/office/drawing/2014/main" id="{5EE6E26B-A960-317B-BADE-5DF0E9BE5C1F}"/>
                </a:ext>
              </a:extLst>
            </p:cNvPr>
            <p:cNvCxnSpPr>
              <a:cxnSpLocks/>
            </p:cNvCxnSpPr>
            <p:nvPr/>
          </p:nvCxnSpPr>
          <p:spPr>
            <a:xfrm>
              <a:off x="5166763" y="8989522"/>
              <a:ext cx="4919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線矢印コネクタ 199">
              <a:extLst>
                <a:ext uri="{FF2B5EF4-FFF2-40B4-BE49-F238E27FC236}">
                  <a16:creationId xmlns:a16="http://schemas.microsoft.com/office/drawing/2014/main" id="{F3934FB2-DEF9-E893-ABB5-58DF1D5D45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0664" y="6352352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5B8A6E92-47E7-5C8C-E2AB-571B749C868E}"/>
                </a:ext>
              </a:extLst>
            </p:cNvPr>
            <p:cNvSpPr/>
            <p:nvPr/>
          </p:nvSpPr>
          <p:spPr>
            <a:xfrm>
              <a:off x="9011668" y="5941762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送信完了画面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7645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B78B-829E-0613-C790-CE79FCD9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6C03110-0A6F-6C29-E694-0BC41420629A}"/>
              </a:ext>
            </a:extLst>
          </p:cNvPr>
          <p:cNvGrpSpPr/>
          <p:nvPr/>
        </p:nvGrpSpPr>
        <p:grpSpPr>
          <a:xfrm>
            <a:off x="1425615" y="4627174"/>
            <a:ext cx="7948533" cy="8746314"/>
            <a:chOff x="2270788" y="4627174"/>
            <a:chExt cx="7948533" cy="874631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7BE6EDC0-0F8A-0026-7D1B-BF1D34EAC347}"/>
                </a:ext>
              </a:extLst>
            </p:cNvPr>
            <p:cNvSpPr/>
            <p:nvPr/>
          </p:nvSpPr>
          <p:spPr>
            <a:xfrm>
              <a:off x="2270788" y="4627174"/>
              <a:ext cx="1207653" cy="60939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トップページ</a:t>
              </a:r>
            </a:p>
          </p:txBody>
        </p: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B42DEBE1-8197-D912-C268-E00E8DFBEE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3772" y="5043999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FE30171-885E-5E14-2F0A-6A6C4EC6DE9F}"/>
                </a:ext>
              </a:extLst>
            </p:cNvPr>
            <p:cNvSpPr/>
            <p:nvPr/>
          </p:nvSpPr>
          <p:spPr>
            <a:xfrm>
              <a:off x="3965489" y="4627182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カメラマン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募集一覧</a:t>
              </a:r>
            </a:p>
          </p:txBody>
        </p: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B923458D-AD74-2DFE-2DB7-3C6667D56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0241" y="5043999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96B0CE4E-9752-33E9-6B98-E1081ACBE2C3}"/>
                </a:ext>
              </a:extLst>
            </p:cNvPr>
            <p:cNvCxnSpPr>
              <a:cxnSpLocks/>
            </p:cNvCxnSpPr>
            <p:nvPr/>
          </p:nvCxnSpPr>
          <p:spPr>
            <a:xfrm>
              <a:off x="3473505" y="10313449"/>
              <a:ext cx="4919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E81E12C-FBC8-2216-E4ED-ABD8DAE3AD2E}"/>
                </a:ext>
              </a:extLst>
            </p:cNvPr>
            <p:cNvSpPr/>
            <p:nvPr/>
          </p:nvSpPr>
          <p:spPr>
            <a:xfrm>
              <a:off x="3965489" y="9902864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マイページ画面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BA84E51-696E-A68C-76E4-8710E4A77DFD}"/>
                </a:ext>
              </a:extLst>
            </p:cNvPr>
            <p:cNvSpPr/>
            <p:nvPr/>
          </p:nvSpPr>
          <p:spPr>
            <a:xfrm>
              <a:off x="5640880" y="4627174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カメラマン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募集詳細</a:t>
              </a:r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1E4B71B2-3CF7-C69F-075F-32E814D4B2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317" y="5037777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B7F5255-DF30-9A4E-9C68-97B2E6339A42}"/>
                </a:ext>
              </a:extLst>
            </p:cNvPr>
            <p:cNvSpPr/>
            <p:nvPr/>
          </p:nvSpPr>
          <p:spPr>
            <a:xfrm>
              <a:off x="7321321" y="4627185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カメラマン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プロフィール</a:t>
              </a: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65FEAEC-0B02-7AAE-A3A8-BA442DB23D2E}"/>
                </a:ext>
              </a:extLst>
            </p:cNvPr>
            <p:cNvSpPr/>
            <p:nvPr/>
          </p:nvSpPr>
          <p:spPr>
            <a:xfrm>
              <a:off x="5629492" y="9905761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マイページ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編集画面</a:t>
              </a:r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885D18D3-6C72-4D01-AD93-B180737AAF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3139" y="10310147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BB7441D-6134-460A-B89B-26A6EB15142E}"/>
                </a:ext>
              </a:extLst>
            </p:cNvPr>
            <p:cNvSpPr/>
            <p:nvPr/>
          </p:nvSpPr>
          <p:spPr>
            <a:xfrm>
              <a:off x="5641228" y="5941762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メッセージ送信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ボタン</a:t>
              </a: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07EC49F4-D8DF-01A9-D961-3A8F891307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312" y="6352352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5887AC70-3F0E-4FAF-597B-C648512E42FE}"/>
                </a:ext>
              </a:extLst>
            </p:cNvPr>
            <p:cNvSpPr/>
            <p:nvPr/>
          </p:nvSpPr>
          <p:spPr>
            <a:xfrm>
              <a:off x="7321316" y="5941762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メッセージフォーム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0880A02-EE72-574A-18B1-7D3194C23F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014615" y="5696128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F0711F4F-3A62-E9CF-7F26-E5071C48402C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4569316" y="10724069"/>
              <a:ext cx="0" cy="2232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A02258C8-987B-5C2F-AB28-7E412D8F5233}"/>
                </a:ext>
              </a:extLst>
            </p:cNvPr>
            <p:cNvSpPr/>
            <p:nvPr/>
          </p:nvSpPr>
          <p:spPr>
            <a:xfrm>
              <a:off x="5610855" y="11237708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もらったいいね一覧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6CBA8E9B-8E56-F22F-D1B2-716303B27361}"/>
                </a:ext>
              </a:extLst>
            </p:cNvPr>
            <p:cNvSpPr/>
            <p:nvPr/>
          </p:nvSpPr>
          <p:spPr>
            <a:xfrm>
              <a:off x="7274878" y="11237708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カメラマン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プロフィール</a:t>
              </a:r>
            </a:p>
          </p:txBody>
        </p: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17D42950-D36C-39F4-BACA-B7B73BCF5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8525" y="11642094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A0624DEF-2650-0CA5-9522-D5BC73D9D0A6}"/>
                </a:ext>
              </a:extLst>
            </p:cNvPr>
            <p:cNvCxnSpPr>
              <a:cxnSpLocks/>
            </p:cNvCxnSpPr>
            <p:nvPr/>
          </p:nvCxnSpPr>
          <p:spPr>
            <a:xfrm>
              <a:off x="4550746" y="11642094"/>
              <a:ext cx="10601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880C2AA-FA57-71EF-78D4-048F0B400D97}"/>
                </a:ext>
              </a:extLst>
            </p:cNvPr>
            <p:cNvSpPr/>
            <p:nvPr/>
          </p:nvSpPr>
          <p:spPr>
            <a:xfrm>
              <a:off x="5610855" y="12552283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送ったいいね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一覧</a:t>
              </a:r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22AA1040-0073-E792-BEFF-278771F9A1BC}"/>
                </a:ext>
              </a:extLst>
            </p:cNvPr>
            <p:cNvCxnSpPr>
              <a:cxnSpLocks/>
            </p:cNvCxnSpPr>
            <p:nvPr/>
          </p:nvCxnSpPr>
          <p:spPr>
            <a:xfrm>
              <a:off x="4552489" y="12939114"/>
              <a:ext cx="10601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27BEB48B-1DF8-E6B5-FCA9-C2B80DA3FDF9}"/>
                </a:ext>
              </a:extLst>
            </p:cNvPr>
            <p:cNvSpPr/>
            <p:nvPr/>
          </p:nvSpPr>
          <p:spPr>
            <a:xfrm>
              <a:off x="7292743" y="12552283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カメラマン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募集詳細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0AB816A9-A5C9-A87A-95D8-DD4B87E28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6390" y="12956669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3FB65AAC-5D94-38AD-8316-6BBC0B3CF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8143" y="7673167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482CF244-4F4E-4D4C-B61C-E91DE94B2CF0}"/>
                </a:ext>
              </a:extLst>
            </p:cNvPr>
            <p:cNvSpPr/>
            <p:nvPr/>
          </p:nvSpPr>
          <p:spPr>
            <a:xfrm>
              <a:off x="3959860" y="7256350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募集投稿</a:t>
              </a:r>
              <a:endParaRPr lang="en-US" altLang="ja-JP" sz="1008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フォーム</a:t>
              </a:r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CA98C9EF-10E0-19B9-73A3-96F53AE99C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4509" y="7684299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7680D0B4-8876-414C-1D8C-5AB9575A725B}"/>
                </a:ext>
              </a:extLst>
            </p:cNvPr>
            <p:cNvSpPr/>
            <p:nvPr/>
          </p:nvSpPr>
          <p:spPr>
            <a:xfrm>
              <a:off x="5625513" y="7273709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投稿完了画面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3CC54221-062E-0B90-BCCF-15B8042F14B0}"/>
                </a:ext>
              </a:extLst>
            </p:cNvPr>
            <p:cNvSpPr/>
            <p:nvPr/>
          </p:nvSpPr>
          <p:spPr>
            <a:xfrm>
              <a:off x="3964756" y="8576640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メッセージ画面</a:t>
              </a: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6639FAE6-DDC3-9662-3D27-D8B8E1EB9E96}"/>
                </a:ext>
              </a:extLst>
            </p:cNvPr>
            <p:cNvCxnSpPr>
              <a:cxnSpLocks/>
            </p:cNvCxnSpPr>
            <p:nvPr/>
          </p:nvCxnSpPr>
          <p:spPr>
            <a:xfrm>
              <a:off x="3472795" y="8980782"/>
              <a:ext cx="4919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9D9D5BF1-C196-2C3A-00C3-901BC873ABBA}"/>
                </a:ext>
              </a:extLst>
            </p:cNvPr>
            <p:cNvSpPr/>
            <p:nvPr/>
          </p:nvSpPr>
          <p:spPr>
            <a:xfrm>
              <a:off x="5658724" y="8585380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メッセージ詳細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98AC8092-B6B0-DDC1-2DF5-046E3EA8A6C7}"/>
                </a:ext>
              </a:extLst>
            </p:cNvPr>
            <p:cNvCxnSpPr>
              <a:cxnSpLocks/>
            </p:cNvCxnSpPr>
            <p:nvPr/>
          </p:nvCxnSpPr>
          <p:spPr>
            <a:xfrm>
              <a:off x="5166763" y="8989522"/>
              <a:ext cx="4919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3CA9C494-4E2A-16AE-BE60-7DE334180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0664" y="6352352"/>
              <a:ext cx="470984" cy="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6975B73F-771B-F0BB-F754-999C61674D92}"/>
                </a:ext>
              </a:extLst>
            </p:cNvPr>
            <p:cNvSpPr/>
            <p:nvPr/>
          </p:nvSpPr>
          <p:spPr>
            <a:xfrm>
              <a:off x="9011668" y="5941762"/>
              <a:ext cx="1207653" cy="8212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8" dirty="0">
                  <a:solidFill>
                    <a:schemeClr val="tx1"/>
                  </a:solidFill>
                </a:rPr>
                <a:t>送信完了画面</a:t>
              </a:r>
              <a:endParaRPr lang="en-US" altLang="ja-JP" sz="1008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5570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Words>119</Words>
  <Application>Microsoft Office PowerPoint</Application>
  <PresentationFormat>ユーザー設定</PresentationFormat>
  <Paragraphs>73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刈谷 圭一郎</dc:creator>
  <cp:lastModifiedBy>刈谷 圭一郎</cp:lastModifiedBy>
  <cp:revision>7</cp:revision>
  <dcterms:created xsi:type="dcterms:W3CDTF">2026-02-19T07:19:25Z</dcterms:created>
  <dcterms:modified xsi:type="dcterms:W3CDTF">2026-02-21T04:25:03Z</dcterms:modified>
</cp:coreProperties>
</file>